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FitBot: Your AI Fitness Companion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Revolutionizing personal fitness with Artificial Intelligence.</a:t>
            </a:r>
          </a:p>
          <a:p>
            <a:r>
              <a:t>Personalized workouts, nutrition plans, and progress tracking.</a:t>
            </a:r>
          </a:p>
          <a:p>
            <a:r>
              <a:t>Achieve your fitness goals smarter, not harder.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Unlock Your Potential with FitBot's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AI-Powered Personalized Workout Plans: Tailored to your goals, fitness level, and available equipment.</a:t>
            </a:r>
          </a:p>
          <a:p>
            <a:r>
              <a:t>Customized Nutrition Guidance: Smart meal suggestions and dietary tracking.</a:t>
            </a:r>
          </a:p>
          <a:p>
            <a:r>
              <a:t>Real-time Performance Tracking: Monitor progress and get instant feedback.</a:t>
            </a:r>
          </a:p>
          <a:p>
            <a:r>
              <a:t>AI Coaching &amp; Support: Virtual guidance and motivation whenever you need it.</a:t>
            </a:r>
          </a:p>
          <a:p>
            <a:r>
              <a:t>Wearable Integration: Seamlessly sync with your favorite fitness devices.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the FitBot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Download FitBot today on iOS and Android.</a:t>
            </a:r>
          </a:p>
          <a:p>
            <a:r>
              <a:t>Start your journey to a healthier, fitter you.</a:t>
            </a:r>
          </a:p>
          <a:p>
            <a:r>
              <a:t>Experience the future of fitness with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