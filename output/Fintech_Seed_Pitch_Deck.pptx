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Startup: Seed Round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Innovating the Future of Finance</a:t>
            </a:r>
          </a:p>
          <a:p>
            <a:r>
              <a:t>Presented by [Your Name/Company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Inefficient traditional financial processes</a:t>
            </a:r>
          </a:p>
          <a:p>
            <a:r>
              <a:t>Lack of access to modern financial tools for [Target Audience]</a:t>
            </a:r>
          </a:p>
          <a:p>
            <a:r>
              <a:t>High fees and complexity in existing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[Product Name]: A revolutionary platform for [Key Function]</a:t>
            </a:r>
          </a:p>
          <a:p>
            <a:r>
              <a:t>Seamless user experience</a:t>
            </a:r>
          </a:p>
          <a:p>
            <a:r>
              <a:t>Cost-effective and accessible financial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 Addressable Market (TAM): [Size]</a:t>
            </a:r>
          </a:p>
          <a:p>
            <a:r>
              <a:t>Serviceable Available Market (SAM): [Size]</a:t>
            </a:r>
          </a:p>
          <a:p>
            <a:r>
              <a:t>Growing demand for digital financial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Key Feature 1: [Description]</a:t>
            </a:r>
          </a:p>
          <a:p>
            <a:r>
              <a:t>Key Feature 2: [Description]</a:t>
            </a:r>
          </a:p>
          <a:p>
            <a:r>
              <a:t>Key Feature 3: [Description]</a:t>
            </a:r>
          </a:p>
          <a:p>
            <a:r>
              <a:t>User-friendly mobile and web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Revenue Stream 1: [e.g., Subscription fees]</a:t>
            </a:r>
          </a:p>
          <a:p>
            <a:r>
              <a:t>Revenue Stream 2: [e.g., Transaction fees]</a:t>
            </a:r>
          </a:p>
          <a:p>
            <a:r>
              <a:t>Scalable and sustainable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[Number] users acquired since launch</a:t>
            </a:r>
          </a:p>
          <a:p>
            <a:r>
              <a:t>[Key partnership] established</a:t>
            </a:r>
          </a:p>
          <a:p>
            <a:r>
              <a:t>[X]% month-over-month growth</a:t>
            </a:r>
          </a:p>
          <a:p>
            <a:r>
              <a:t>Successful pilot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CEO: [Name] - [Relevant Experience]</a:t>
            </a:r>
          </a:p>
          <a:p>
            <a:r>
              <a:t>CTO: [Name] - [Relevant Experience]</a:t>
            </a:r>
          </a:p>
          <a:p>
            <a:r>
              <a:t>CMO: [Name] - [Relevant Experience]</a:t>
            </a:r>
          </a:p>
          <a:p>
            <a:r>
              <a:t>Advisors: [Names/Roles]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Seeking $[Amount] in Seed Funding</a:t>
            </a:r>
          </a:p>
          <a:p>
            <a:r>
              <a:t>Use of Funds: [X]% Product Development, [Y]% Marketing, [Z]% Team Expansion</a:t>
            </a:r>
          </a:p>
          <a:p>
            <a:r>
              <a:t>Projected Revenue: [Year 1], [Year 2], [Year 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Questions?</a:t>
            </a:r>
          </a:p>
          <a:p>
            <a:r>
              <a:t>Contact: [Email Address]</a:t>
            </a:r>
          </a:p>
          <a:p>
            <a:r>
              <a:t>Website: [Your 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